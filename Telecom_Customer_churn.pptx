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Telecom Customer Churn Prediction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Building machine learning models to identify at-risk customers and reduce revenue loss in the telecommunications industry.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845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933456"/>
            <a:ext cx="3664744" cy="2955250"/>
          </a:xfrm>
          <a:prstGeom prst="roundRect">
            <a:avLst>
              <a:gd name="adj" fmla="val 322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14624" y="216789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E4CE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1790" y="2354937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14624" y="30751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33 Features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514624" y="3565565"/>
            <a:ext cx="31958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Demographics, subscription plans, payment behavior, and churn data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10171748" y="1933456"/>
            <a:ext cx="3664863" cy="2955250"/>
          </a:xfrm>
          <a:prstGeom prst="roundRect">
            <a:avLst>
              <a:gd name="adj" fmla="val 322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406182" y="216789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E4CE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93348" y="2354937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406182" y="30751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Geospatial Data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0406182" y="3565565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Latitude, longitude, city, state, and zip code for regional analysis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6280190" y="5115520"/>
            <a:ext cx="7556421" cy="2229445"/>
          </a:xfrm>
          <a:prstGeom prst="roundRect">
            <a:avLst>
              <a:gd name="adj" fmla="val 4273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514624" y="534995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E4CE6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01790" y="5537002"/>
            <a:ext cx="306110" cy="30611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14624" y="62572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Rich Churn Insights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6514624" y="6747629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Churn reasons, CLTV, and likelihood scores included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7307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48833"/>
            <a:ext cx="41432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Binary Classification Challenge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629978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Predict whether a telecom customer will churn (Yes/No) based on demographic details, subscription information, and payment behavior.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825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Business Impact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163741"/>
            <a:ext cx="828413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Telecom companies lose significant revenue when customers churn. Identifying high-risk customers enables targeted retention strategies and improved Customer Lifetime Value (CLTV).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9475589" y="2822019"/>
            <a:ext cx="4531876" cy="3634502"/>
          </a:xfrm>
          <a:prstGeom prst="roundRect">
            <a:avLst>
              <a:gd name="adj" fmla="val 4494"/>
            </a:avLst>
          </a:prstGeom>
          <a:solidFill>
            <a:srgbClr val="1E1E1A">
              <a:alpha val="9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702403" y="30488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Modeling Objective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702403" y="3629978"/>
            <a:ext cx="407824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Build a predictive model that flags at-risk customers early, allowing proactive intervention to reduce churn rates.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69519"/>
            <a:ext cx="69613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Exploratory Data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031808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25%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93790" y="4063603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Churn Rate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554022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Imbalanced dataset with 25% churn vs 75% non-churn customers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407093" y="3031808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40%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3407093" y="4063603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Month-to-Month Churn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407093" y="4908352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Customers on month-to-month contracts show highest churn risk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020395" y="3031808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0.839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6020395" y="4063603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ROC-AUC Score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20395" y="4554022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Good discrimination power across both models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61960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Churn by Contract Type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5044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Key Finding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3085624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Month-to-month customers have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40% churn rate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significantly higher than one-year or two-year contracts.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44011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Strategic Insight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38943" y="4982289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Encouraging customers to commit to longer contracts could dramatically reduce churn. Month-to-month customers represent the highest-risk segment requiring immediate retention efforts.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46052"/>
            <a:ext cx="69681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Churn by Payment Method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794992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3310" y="2794992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6" name="Text 3"/>
          <p:cNvSpPr/>
          <p:nvPr/>
        </p:nvSpPr>
        <p:spPr>
          <a:xfrm>
            <a:off x="1142524" y="3052286"/>
            <a:ext cx="30083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Electronic Check Users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2524" y="3542705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Show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higher churn rates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compared to other payment methods. May indicate less engaged customers or payment friction.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4752618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3310" y="4752618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10" name="Text 7"/>
          <p:cNvSpPr/>
          <p:nvPr/>
        </p:nvSpPr>
        <p:spPr>
          <a:xfrm>
            <a:off x="1142524" y="5009912"/>
            <a:ext cx="37207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Bank Transfer &amp; Credit Card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42524" y="5500330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Lower churn rates suggest more stable, committed customers with automated payment preferences.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584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Top Churn Reasons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60735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78860" y="264985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685217"/>
            <a:ext cx="45864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Competitors Offering Better Deals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175635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Price competitiveness remains the primary driver of customer attrition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435506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8860" y="439757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530906" y="4432935"/>
            <a:ext cx="30465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Service Dissatisfaction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530906" y="4923353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Quality issues and poor customer experience leading to churn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73988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8860" y="578238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817751"/>
            <a:ext cx="31607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Moving to New Location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308169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Geographic changes forcing service discontinuation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3116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Key Numeric Variable Insights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488883"/>
            <a:ext cx="1134070" cy="16698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7156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Monthly Charges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3206115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Customers with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higher monthly charges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show increased churn probability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4158734"/>
            <a:ext cx="1134070" cy="16698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4385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Tenure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4875967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Low tenure customers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are at highest risk — early intervention critical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5828586"/>
            <a:ext cx="1134070" cy="16698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60554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Total Charges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41074" y="6545818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Cumulative billing amount shows correlation with churn likelihood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9700"/>
            <a:ext cx="85721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Model Performance Comparison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72107"/>
            <a:ext cx="13042821" cy="3266837"/>
          </a:xfrm>
          <a:prstGeom prst="roundRect">
            <a:avLst>
              <a:gd name="adj" fmla="val 291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579727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2723436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Metric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940379" y="2723436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Logistic Regression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499997" y="2723436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Random Forest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230047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3373755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Accuracy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940379" y="3373755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80%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499997" y="3373755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80%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388036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343" y="4024074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ROC-AUC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940379" y="4024074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0.839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499997" y="4024074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0.840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53068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343" y="4674394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Churn Recall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940379" y="4674394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54%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499997" y="4674394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50%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18100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343" y="532471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Churn Precision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940379" y="5324713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63%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499997" y="5324713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68%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3790" y="609409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Both models perform nearly identically.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Logistic regression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catches slightly more churn customers (higher recall), while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Random Forest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is more precise. ROC-AUC scores show excellent discrimination power.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33155"/>
            <a:ext cx="74960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Strategic Recommendations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82096"/>
            <a:ext cx="3664744" cy="2402324"/>
          </a:xfrm>
          <a:prstGeom prst="roundRect">
            <a:avLst>
              <a:gd name="adj" fmla="val 3966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716530"/>
            <a:ext cx="319587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Target Month-to-Month Customers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561278"/>
            <a:ext cx="31958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Focus retention efforts on 40% high-risk segment with contract conversion offers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482096"/>
            <a:ext cx="3664863" cy="2402324"/>
          </a:xfrm>
          <a:prstGeom prst="roundRect">
            <a:avLst>
              <a:gd name="adj" fmla="val 3966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182" y="2716530"/>
            <a:ext cx="31116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Address Price Concerns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182" y="3206948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Competitive pricing analysis and personalized offers to prevent deal-seeking churn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111234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345668"/>
            <a:ext cx="33854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Improve Early Experience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5836087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Low tenure customers need proactive engagement to prevent early attrition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2026-03-10T16:39:20Z</dcterms:created>
  <dcterms:modified xsi:type="dcterms:W3CDTF">2026-03-10T16:39:20Z</dcterms:modified>
</cp:coreProperties>
</file>